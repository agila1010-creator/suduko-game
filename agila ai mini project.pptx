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257" r:id="rId4"/>
    <p:sldId id="259" r:id="rId5"/>
    <p:sldId id="258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0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EF56DB-6447-4E9A-8D0B-327B958AB26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76D98-D61B-4655-9F07-885518B2E13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8A127-BB09-41A4-B1CB-CF09F8E9604A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9C543-C1A5-4BB5-A80B-9531F5C51CE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ABE-BEC8-4A12-8AF2-3E9347C9F9C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CA91-FD83-4EFE-93EA-63992C03614F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C43A-13E2-48A2-BAE5-CC73887FC199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C5D3-416C-4131-8BC9-E71DA97D5A64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93-8386-48B7-BB85-87C0949B2086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F398-88D3-4D2F-9F7E-785BF8AD0274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94C1-07AC-4775-8A4F-70BB05306BF7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F149-3A71-4B38-9BDE-7A4D7C7AB1A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5CF1-83E4-4056-B983-BD617F30DAFA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A37CB-3111-4E43-978B-840B0C3E984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EF87E-815D-44D1-B0AB-39AF0402D6A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1" cstate="print"/>
          <a:srcRect l="21229" t="27213" r="21523" b="35253"/>
          <a:stretch>
            <a:fillRect/>
          </a:stretch>
        </p:blipFill>
        <p:spPr bwMode="auto">
          <a:xfrm>
            <a:off x="3256548" y="136525"/>
            <a:ext cx="4776536" cy="834189"/>
          </a:xfrm>
          <a:prstGeom prst="rect">
            <a:avLst/>
          </a:prstGeom>
          <a:ln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433138" y="1251284"/>
            <a:ext cx="10812378" cy="2458586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DATA SCIENCE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2025 - 2026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 III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LABORATORY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REVIEW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GB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SUDUKO SOLVER USING CSP ALGORITHM</a:t>
            </a:r>
            <a:endParaRPr lang="en-US" altLang="en-GB" sz="2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098841" y="3845961"/>
          <a:ext cx="8392696" cy="24585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16485"/>
                <a:gridCol w="6176211"/>
              </a:tblGrid>
              <a:tr h="486314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REGISTER NUMBER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2117240070009</a:t>
                      </a:r>
                      <a:endParaRPr lang="en-US" dirty="0"/>
                    </a:p>
                  </a:txBody>
                  <a:tcPr/>
                </a:tc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AGILA K</a:t>
                      </a:r>
                      <a:endParaRPr lang="en-US" dirty="0"/>
                    </a:p>
                  </a:txBody>
                  <a:tcPr/>
                </a:tc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II</a:t>
                      </a:r>
                      <a:endParaRPr lang="en-US" dirty="0"/>
                    </a:p>
                  </a:txBody>
                  <a:tcPr/>
                </a:tc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SECTION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US" dirty="0"/>
                    </a:p>
                  </a:txBody>
                  <a:tcPr/>
                </a:tc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FACULTY IN-CHARGE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Mrs. M. Divya</a:t>
                      </a:r>
                      <a:endParaRPr lang="en-US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B098-7844-408D-9BB3-6B083FBEE8AA}" type="datetime1">
              <a:rPr lang="en-US" smtClean="0"/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PROBLEM STATEMENT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4130" y="893078"/>
            <a:ext cx="10515600" cy="53588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 a Sudoku solver that:</a:t>
            </a:r>
            <a:endParaRPr lang="en-US" alt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/>
              <a:t> Models Sudoku as a Constraint Satisfaction Problem (CSP).</a:t>
            </a:r>
            <a:endParaRPr lang="en-US" altLang="en-US" sz="1800" dirty="0"/>
          </a:p>
          <a:p>
            <a:r>
              <a:rPr lang="en-US" altLang="en-US" sz="1800" dirty="0"/>
              <a:t> Uses inference (AC-3 / forward checking) and search (backtracking) to solve puzzles.</a:t>
            </a:r>
            <a:endParaRPr lang="en-US" altLang="en-US" sz="1800" dirty="0"/>
          </a:p>
          <a:p>
            <a:r>
              <a:rPr lang="en-US" altLang="en-US" sz="1800" dirty="0"/>
              <a:t> Incorporates heuristics (MRV, degree heuristic) to improve performance.</a:t>
            </a:r>
            <a:endParaRPr lang="en-US" altLang="en-US" sz="1800" dirty="0"/>
          </a:p>
          <a:p>
            <a:r>
              <a:rPr lang="en-US" altLang="en-US" sz="1800" dirty="0"/>
              <a:t> Accepts a puzzle in a simple textual format and outputs the solved grid.</a:t>
            </a:r>
            <a:endParaRPr lang="en-US" altLang="en-US" sz="1800" dirty="0"/>
          </a:p>
          <a:p>
            <a:pPr marL="0" indent="0">
              <a:buNone/>
            </a:pPr>
            <a:r>
              <a:rPr lang="en-US" alt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Goals:</a:t>
            </a:r>
            <a:endParaRPr lang="en-US" alt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/>
              <a:t>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CSP modeling for Sudoku.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 constraint propagation and backtracking search with heuristics.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Produce a solver that reliably solves common and difficult Sudoku puzzles.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Explain algorithmic choices and provide sample outputs.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358816"/>
          </a:xfrm>
        </p:spPr>
        <p:txBody>
          <a:bodyPr>
            <a:normAutofit fontScale="30000"/>
          </a:bodyPr>
          <a:lstStyle/>
          <a:p>
            <a:pPr marL="0" indent="0">
              <a:buNone/>
            </a:pPr>
            <a:r>
              <a:rPr lang="en-US" altLang="en-US" dirty="0"/>
              <a:t>          </a:t>
            </a:r>
            <a:r>
              <a:rPr lang="en-US" altLang="en-US" sz="466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CSP is defined by a set of variables, each with a domain of possible values, and a set of constraints that restrict the values that subsets of variables may simultaneously take. A solution assigns a value to every variable so that all constraints are satisfied.</a:t>
            </a:r>
            <a:endParaRPr lang="en-US" altLang="en-US" sz="4665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Sudoku:</a:t>
            </a:r>
            <a:endParaRPr lang="en-US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46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Variables: Each cell (row, col) in the 9×9 grid, usually indexed as R1C1..R9C9.</a:t>
            </a:r>
            <a:endParaRPr lang="en-US" altLang="en-US" sz="46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46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Domains: For an unfilled cell, {1,2,...,9}; for a filled cell, the singleton containing the given value.</a:t>
            </a:r>
            <a:endParaRPr lang="en-US" altLang="en-US" sz="46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46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Constraints: All cells sharing a row, column, or 3×3 box must have different values.</a:t>
            </a:r>
            <a:endParaRPr lang="en-US" altLang="en-US" sz="46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46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Inference and Heuristics</a:t>
            </a:r>
            <a:endParaRPr lang="en-US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AC-3 (Arc Consistency): Repeatedly revise domains of variables so that for every value of a variable there exists a consistent value in each neighboring variable. AC-3 is effective at reducing domains before (and during) search.</a:t>
            </a:r>
            <a:endParaRPr lang="en-US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Checking: After assigning a value to a variable, eliminate that value from domains of neighboring unassigned variables; if any domain becomes empty, backtrack.</a:t>
            </a:r>
            <a:endParaRPr lang="en-US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Remaining Values (MRV): Select the unassigned variable with the smallest remaining domain (most constrained) to branch on first.</a:t>
            </a:r>
            <a:endParaRPr lang="en-US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Degree Heuristic: Break MRV ties by choosing the variable with the largest number of unassigned neighbors.</a:t>
            </a:r>
            <a:endParaRPr lang="en-US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these methods produces a highly effective Sudoku solver.</a:t>
            </a:r>
            <a:endParaRPr lang="en-US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IMPLEMENTATION AND CODE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r>
              <a:rPr lang="en-GB" dirty="0"/>
              <a:t>Link to code in Git-hub Repository</a:t>
            </a:r>
            <a:endParaRPr lang="en-GB" dirty="0"/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54200" y="2205222"/>
          <a:ext cx="8128000" cy="1478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226560"/>
                <a:gridCol w="3901440"/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List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Git-hub Repository Links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Implementation of Code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GB" sz="1800" dirty="0">
                          <a:solidFill>
                            <a:schemeClr val="tx1"/>
                          </a:solidFill>
                          <a:sym typeface="+mn-ea"/>
                        </a:rPr>
                        <a:t>https://github.com/agila1010-creator/suduko-game</a:t>
                      </a:r>
                      <a:endParaRPr lang="en-US" altLang="en-GB" sz="18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Word Document Report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GB" dirty="0">
                          <a:solidFill>
                            <a:schemeClr val="tx1"/>
                          </a:solidFill>
                        </a:rPr>
                        <a:t>https://github.com/agila1010-creator/suduko-game/blob/main/suduko%20-Agila.docx</a:t>
                      </a:r>
                      <a:endParaRPr lang="en-US" alt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PPT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Content Placeholder 5" descr="agila mini project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02970" y="1214120"/>
            <a:ext cx="6828790" cy="542353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065" y="1267326"/>
            <a:ext cx="10515600" cy="490963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  <a:endParaRPr lang="en-US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CSP-based solver reliably solves typical and many hard Sudoku instances.</a:t>
            </a:r>
            <a:endParaRPr lang="en-US" alt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Heuristics and AC-3 significantly reduce the search space compared to naive brute force.</a:t>
            </a:r>
            <a:endParaRPr lang="en-US" alt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alt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altLang="en-US" sz="266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enhancements:</a:t>
            </a:r>
            <a:endParaRPr lang="en-US" altLang="en-US" sz="2665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more advanced techniques used by human solvers (naked pairs, X-Wing, swordfish).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least-constraining-value ordering to improve branching.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 a GUI (Tkinter / web) for interactive play and puzzle input.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Parallelize search or add optimized C-based core for speed.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REFERENCES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pPr lvl="0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Russell, S. J., &amp; Norvig, P. (2021). Artificial Intelligence: A Modern Approach.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Peter Norvig. "Solving Every Sudoku Puzzle" (essay and implementation). 2006.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CSP literature: AC-3 algorithm, MRV heuristic, forward checking.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implementations and python resources on Sudoku solving.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3251</Words>
  <Application>WPS Presentation</Application>
  <PresentationFormat>Widescreen</PresentationFormat>
  <Paragraphs>128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SimSun</vt:lpstr>
      <vt:lpstr>Wingdings</vt:lpstr>
      <vt:lpstr>Times New Roman</vt:lpstr>
      <vt:lpstr>Calibri</vt:lpstr>
      <vt:lpstr>Microsoft YaHei</vt:lpstr>
      <vt:lpstr>Arial Unicode MS</vt:lpstr>
      <vt:lpstr>Calibri Light</vt:lpstr>
      <vt:lpstr>Office Theme</vt:lpstr>
      <vt:lpstr>DEPARTMENT OF ARTIFICIAL INTELLIGENCE AND DATA SCIENCE ACADEMIC YEAR 2025 - 2026 SEMESTER III ARTIFICIAL INTELLIGENCE LABORATORY 	MINI PROJECT REVIEW	  SUDUKO SOLVER USING CSP ALGORITHM</vt:lpstr>
      <vt:lpstr>PROBLEM STATEMENT</vt:lpstr>
      <vt:lpstr>THEORETICAL BACKGROUND</vt:lpstr>
      <vt:lpstr>IMPLEMENTATION AND CODE</vt:lpstr>
      <vt:lpstr>OUTPUT AND RESULTS</vt:lpstr>
      <vt:lpstr>OUTPUT AND RESULTS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SANKAR GANESH K</dc:creator>
  <cp:lastModifiedBy>Agila Agila</cp:lastModifiedBy>
  <cp:revision>7</cp:revision>
  <dcterms:created xsi:type="dcterms:W3CDTF">2025-10-18T08:57:00Z</dcterms:created>
  <dcterms:modified xsi:type="dcterms:W3CDTF">2025-10-29T06:41:55Z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A6E2141A24064F7EB3819B78CAC1D142_12</vt:lpwstr>
  </property>
  <property fmtid="{D5CDD505-2E9C-101B-9397-08002B2CF9AE}" pid="3" name="KSOProductBuildVer">
    <vt:lpwstr>2057-12.2.0.23149</vt:lpwstr>
  </property>
</Properties>
</file>